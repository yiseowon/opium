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c2ff62755f48f3" /><Relationship Type="http://schemas.openxmlformats.org/officeDocument/2006/relationships/extended-properties" Target="/docProps/app.xml" Id="Rd345bc94c59c441d" /><Relationship Type="http://schemas.openxmlformats.org/officeDocument/2006/relationships/officeDocument" Target="/ppt/presentation.xml" Id="Rba383f58b3394c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5ba9ed6e44590"/>
  </p:sldMasterIdLst>
  <p:notesMasterIdLst>
    <p:notesMasterId xmlns:r="http://schemas.openxmlformats.org/officeDocument/2006/relationships" r:id="Reea9de9545ca4526"/>
  </p:notesMasterIdLst>
  <p:sldIdLst>
    <p:sldId xmlns:r="http://schemas.openxmlformats.org/officeDocument/2006/relationships" id="256" r:id="Rc11db27a1ab04471"/>
    <p:sldId xmlns:r="http://schemas.openxmlformats.org/officeDocument/2006/relationships" id="257" r:id="R27dbee55984643c0"/>
    <p:sldId xmlns:r="http://schemas.openxmlformats.org/officeDocument/2006/relationships" id="258" r:id="R298dd010da4747df"/>
    <p:sldId xmlns:r="http://schemas.openxmlformats.org/officeDocument/2006/relationships" id="259" r:id="Rbd30ee9c574b4796"/>
    <p:sldId xmlns:r="http://schemas.openxmlformats.org/officeDocument/2006/relationships" id="260" r:id="R0ad2df3c7aa34aca"/>
    <p:sldId xmlns:r="http://schemas.openxmlformats.org/officeDocument/2006/relationships" id="261" r:id="R3142241018244f61"/>
    <p:sldId xmlns:r="http://schemas.openxmlformats.org/officeDocument/2006/relationships" id="262" r:id="R62f833474fe6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537b7265e4645" /><Relationship Type="http://schemas.openxmlformats.org/officeDocument/2006/relationships/slideMaster" Target="/ppt/slideMasters/slideMaster1.xml" Id="R5755ba9ed6e44590" /><Relationship Type="http://schemas.openxmlformats.org/officeDocument/2006/relationships/notesMaster" Target="/ppt/notesMasters/notesMaster1.xml" Id="Reea9de9545ca4526" /><Relationship Type="http://schemas.openxmlformats.org/officeDocument/2006/relationships/presProps" Target="/ppt/presProps.xml" Id="R0b7e34b343cc4728" /><Relationship Type="http://schemas.openxmlformats.org/officeDocument/2006/relationships/tableStyles" Target="/ppt/tableStyles.xml" Id="R44bdcb9ebf65452c" /><Relationship Type="http://schemas.openxmlformats.org/officeDocument/2006/relationships/slide" Target="/ppt/slides/slide1.xml" Id="Rc11db27a1ab04471" /><Relationship Type="http://schemas.openxmlformats.org/officeDocument/2006/relationships/slide" Target="/ppt/slides/slide2.xml" Id="R27dbee55984643c0" /><Relationship Type="http://schemas.openxmlformats.org/officeDocument/2006/relationships/slide" Target="/ppt/slides/slide3.xml" Id="R298dd010da4747df" /><Relationship Type="http://schemas.openxmlformats.org/officeDocument/2006/relationships/slide" Target="/ppt/slides/slide4.xml" Id="Rbd30ee9c574b4796" /><Relationship Type="http://schemas.openxmlformats.org/officeDocument/2006/relationships/slide" Target="/ppt/slides/slide5.xml" Id="R0ad2df3c7aa34aca" /><Relationship Type="http://schemas.openxmlformats.org/officeDocument/2006/relationships/slide" Target="/ppt/slides/slide6.xml" Id="R3142241018244f61" /><Relationship Type="http://schemas.openxmlformats.org/officeDocument/2006/relationships/slide" Target="/ppt/slides/slide7.xml" Id="R62f833474fe6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3ffe6e1b2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b82c41535407e" /><Relationship Type="http://schemas.openxmlformats.org/officeDocument/2006/relationships/notesMaster" Target="/ppt/notesMasters/notesMaster1.xml" Id="R5b09651c4e76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c57c39cdba4659" /><Relationship Type="http://schemas.openxmlformats.org/officeDocument/2006/relationships/notesMaster" Target="/ppt/notesMasters/notesMaster1.xml" Id="R6c7161db45a4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a54fac9dec4c11" /><Relationship Type="http://schemas.openxmlformats.org/officeDocument/2006/relationships/notesMaster" Target="/ppt/notesMasters/notesMaster1.xml" Id="R608c3ee8e065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a72ca4acb547a4" /><Relationship Type="http://schemas.openxmlformats.org/officeDocument/2006/relationships/notesMaster" Target="/ppt/notesMasters/notesMaster1.xml" Id="R5adc444a52ab4f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0615880904428" /><Relationship Type="http://schemas.openxmlformats.org/officeDocument/2006/relationships/notesMaster" Target="/ppt/notesMasters/notesMaster1.xml" Id="R222a7743c75e44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571e23c85242eb" /><Relationship Type="http://schemas.openxmlformats.org/officeDocument/2006/relationships/notesMaster" Target="/ppt/notesMasters/notesMaster1.xml" Id="R86d4006690b04c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44dcafb2e4f86" /><Relationship Type="http://schemas.openxmlformats.org/officeDocument/2006/relationships/notesMaster" Target="/ppt/notesMasters/notesMaster1.xml" Id="R7ca1317d0e5f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9688e07c1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1cb8c151d4cc8" /><Relationship Type="http://schemas.openxmlformats.org/officeDocument/2006/relationships/slideLayout" Target="/ppt/slideLayouts/slideLayout1.xml" Id="Reccc8a5f6bb747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c8a5f6bb747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b2989f1ce4880" /><Relationship Type="http://schemas.openxmlformats.org/officeDocument/2006/relationships/image" Target="/ppt/media/image.png" Id="R48502e6b27674d91" /><Relationship Type="http://schemas.openxmlformats.org/officeDocument/2006/relationships/notesSlide" Target="/ppt/notesSlides/notesSlide1.xml" Id="Rdbc09106e4b6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02b0a5724ac1" /><Relationship Type="http://schemas.openxmlformats.org/officeDocument/2006/relationships/image" Target="/ppt/media/image.jpeg" Id="R39ba986fbd72480e" /><Relationship Type="http://schemas.openxmlformats.org/officeDocument/2006/relationships/notesSlide" Target="/ppt/notesSlides/notesSlide2.xml" Id="R1fd7c0e5809e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edf5657a4ff8" /><Relationship Type="http://schemas.openxmlformats.org/officeDocument/2006/relationships/notesSlide" Target="/ppt/notesSlides/notesSlide3.xml" Id="R425ba081cfec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e0e2c02e74e61" /><Relationship Type="http://schemas.openxmlformats.org/officeDocument/2006/relationships/notesSlide" Target="/ppt/notesSlides/notesSlide4.xml" Id="Rd68fc5ff43ef44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c91cb0af4b4d" /><Relationship Type="http://schemas.openxmlformats.org/officeDocument/2006/relationships/image" Target="/ppt/media/image2.jpeg" Id="Rba60b6ffea144764" /><Relationship Type="http://schemas.openxmlformats.org/officeDocument/2006/relationships/notesSlide" Target="/ppt/notesSlides/notesSlide5.xml" Id="R6dc3cc379a2041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a501e2e4842e6" /><Relationship Type="http://schemas.openxmlformats.org/officeDocument/2006/relationships/notesSlide" Target="/ppt/notesSlides/notesSlide6.xml" Id="R74b65b17b9c1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3522d23c84c20" /><Relationship Type="http://schemas.openxmlformats.org/officeDocument/2006/relationships/notesSlide" Target="/ppt/notesSlides/notesSlide7.xml" Id="R9e7d309e4419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4EFC8-E84F-497D-8F23-2450465F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1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02e6b27674d91"/>
          <a:stretch xmlns:a="http://schemas.openxmlformats.org/drawingml/2006/main"/>
        </p:blipFill>
        <p:spPr>
          <a:xfrm xmlns:a="http://schemas.openxmlformats.org/drawingml/2006/main">
            <a:off x="4953000" y="78105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0145-3B95-4A57-943D-CC665283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4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OPIUM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85B89-67AC-4FA9-A274-D6D1BAD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LOCAL AI, BUILT TO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8A91-9B60-453C-A45D-72150D5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Mac 안에서 모델이 생각하고, 도구를 사용하고, 작업을 끝냅니다.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3670-DD6E-4ED9-A687-DF31CB67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19750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AAE52-9926-48E0-81ED-B2F7D741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77380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777380"/>
                </a:solidFill>
                <a:latin typeface="SF Pro Display"/>
                <a:ea typeface="SF Pro Display"/>
                <a:cs typeface="SF Pro Display"/>
              </a:rPr>
              <a:t>PRODUCT OVERVIEW  ·  2026</a:t>
            </a:r>
          </a:p>
        </p:txBody>
      </p:sp>
    </p:spTree>
    <p:extLst>
      <p:ext uri="{BB962C8B-B14F-4D97-AF65-F5344CB8AC3E}">
        <p14:creationId xmlns:p14="http://schemas.microsoft.com/office/powerpoint/2010/main" val="14526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B2AE4-E06B-47F4-8AB4-606EF28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01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65E43-E02A-4990-AADE-1BE35E2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로컬 모델을 실제 작업자로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ADF5A-8529-4F79-AB83-BD77EEA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D32A-48A3-4240-9A1C-99A927E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4B755-DD2A-44E8-A7C6-DDF568F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대화에서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실행까지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600B-1798-4216-99B8-31394A1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GGUF 모델이 파일을 읽고 수정하며,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명령을 검증하고, 웹과 메일 도구를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하나의 작업 흐름에서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7D0FF-6B18-4BAD-A34D-519D5B73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PRIVATE BY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8E2E2-5208-4180-BD46-52F723E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75" b="0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추론과 대화 기록은 기본적으로 Mac 안에 머뭅니다.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7AB8F-C43F-44BF-ABE6-F9B7EF6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69151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B1B22"/>
          </a:solidFill>
          <a:ln xmlns:a="http://schemas.openxmlformats.org/drawingml/2006/main" w="9525">
            <a:solidFill>
              <a:srgbClr val="2A293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a986fbd72480e"/>
          <a:srcRect xmlns:a="http://schemas.openxmlformats.org/drawingml/2006/main" l="0" t="5343" r="0" b="5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800225"/>
            <a:ext cx="664845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</p:spTree>
    <p:extLst>
      <p:ext uri="{BB962C8B-B14F-4D97-AF65-F5344CB8AC3E}">
        <p14:creationId xmlns:p14="http://schemas.microsoft.com/office/powerpoint/2010/main" val="173526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63800-60D5-44ED-8AFF-7FE3B49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02 ·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DFA82-57D8-48EC-8CD5-7D6C425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모든 단계가 보이는 에이전트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C5E64-78B0-4653-B590-138C98D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0AB12-0AB7-4746-80EE-3FC5039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0363B-8A31-45D2-AC0A-E9EF078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89F2F-1CB6-4ABC-9F33-5A9F42E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F69F4-B4C3-440F-920F-B7983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240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대화·파일 첨부·후속 프롬프트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1C3D1-D6F5-4E4B-B8AC-73387BDD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0BCE0-313E-4C5F-AC90-DDB581F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0B37-50D7-4794-9928-BA60A198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진행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2B3EC-B074-47EC-B1A2-B890101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짧은 실행 설명과 현재 도구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DA355-14C5-4BC6-81D7-02E561F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0B4CB-9F94-45AA-91CA-DAD4A15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2325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50533-394F-4592-9C1F-40ACB66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0D8DF-0E03-4309-B50E-60E2408D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파일·터미널·웹·메일 도구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DA28C-F2DD-46D7-9DC2-CCD671D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9906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0DE2B-22DF-45EC-8454-5415EB1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7A32"/>
                </a:solidFill>
                <a:latin typeface="SF Pro Display"/>
                <a:ea typeface="SF Pro Display"/>
                <a:cs typeface="SF Pro Display"/>
              </a:defRPr>
            </a:pPr>
            <a:r>
              <a:rPr sz="2325" b="1">
                <a:solidFill>
                  <a:srgbClr val="F47A32"/>
                </a:solidFill>
                <a:latin typeface="SF Pro Display"/>
                <a:ea typeface="SF Pro Display"/>
                <a:cs typeface="SF Pro Display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05F7D-EFD3-4D8B-93E3-D063BF3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2A4FC-6BB3-4FB9-A319-8B01AACB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최종 답변, 검증, 파일별 + / - 변경량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08536-F14D-4516-B906-66FD337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86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응답 중단 · 다음 프롬프트 예약 · 턴 단위 토큰/시간</a:t>
            </a:r>
          </a:p>
        </p:txBody>
      </p:sp>
    </p:spTree>
    <p:extLst>
      <p:ext uri="{BB962C8B-B14F-4D97-AF65-F5344CB8AC3E}">
        <p14:creationId xmlns:p14="http://schemas.microsoft.com/office/powerpoint/2010/main" val="374244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515AB-6853-4D8A-A673-85541524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rPr>
              <a:t>03 ·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EBA39-14A9-44EF-98FE-24D951B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권한은 단순한 팝업이 아니라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작업의 맥락입니다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41A4-C847-4A1E-BE7E-FE17FF1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EFD9-57B8-4952-8F27-8DE1B24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단계 보안 활동 로그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BF8CC-A535-41D1-810B-6FE5576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rPr>
              <a:t>LEVEL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7FB50-F455-451C-B649-F60A8AB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작업 폴더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5D2D3-6B6A-42BB-AADB-3B1D322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rPr>
              <a:t>일반적인 파일 읽기와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14D19-72E2-462B-B247-681D7F38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4E3CB5"/>
                </a:solidFill>
                <a:latin typeface="SF Pro Display"/>
                <a:ea typeface="SF Pro Display"/>
                <a:cs typeface="SF Pro Display"/>
              </a:rPr>
              <a:t>LEVEL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08B48-65E0-4416-A1B1-28AC215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개인·웹·메일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BD33B-3901-4FC1-8BA1-572B338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rPr>
              <a:t>외부 정보와 민감한 사용자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3BC7-5917-450B-96ED-8094B64B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5A22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D75A22"/>
                </a:solidFill>
                <a:latin typeface="SF Pro Display"/>
                <a:ea typeface="SF Pro Display"/>
                <a:cs typeface="SF Pro Display"/>
              </a:rPr>
              <a:t>LEVEL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DC8AE-E337-419D-A01E-DB73069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7151E"/>
                </a:solidFill>
                <a:latin typeface="SF Pro Display"/>
                <a:ea typeface="SF Pro Display"/>
                <a:cs typeface="SF Pro Display"/>
              </a:rPr>
              <a:t>터미널·삭제·시스템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F6545-6E44-47C7-9DF3-505BD3A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defRPr>
            </a:pPr>
            <a:r>
              <a:rPr sz="1350" b="0">
                <a:solidFill>
                  <a:srgbClr val="676271"/>
                </a:solidFill>
                <a:latin typeface="SF Pro Display"/>
                <a:ea typeface="SF Pro Display"/>
                <a:cs typeface="SF Pro Display"/>
              </a:rPr>
              <a:t>영향이 큰 실행과 민감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44DC6-BE04-4138-945C-96F85D1E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76271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676271"/>
                </a:solidFill>
                <a:latin typeface="SF Pro Display"/>
                <a:ea typeface="SF Pro Display"/>
                <a:cs typeface="SF Pro Display"/>
              </a:rPr>
              <a:t>전체 액세스도 macOS 개인정보 보호 정책을 우회하지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2FFEA-E7DA-4E59-9B47-1D0A13C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A8495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8A8495"/>
                </a:solidFill>
                <a:latin typeface="SF Pro Display"/>
                <a:ea typeface="SF Pro Display"/>
                <a:cs typeface="SF Pro Display"/>
              </a:rPr>
              <a:t>OPIUM  ·  PRODUCT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C3A87-9FF2-46A0-A442-7166436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A8495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8A8495"/>
                </a:solidFill>
                <a:latin typeface="SF Pro Display"/>
                <a:ea typeface="SF Pro Display"/>
                <a:cs typeface="SF Pro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080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9A2CF-746E-4F6C-9F41-5B05F9D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04 · EXTENSIBILITY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49380-6863-442B-A814-9E57DD2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Adrenaline Kit에서 MCP 생태계로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41172-9433-40E9-B1EB-56B5726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98E82-2024-4A34-BB98-35FE7F2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09B90-48FF-4ACB-BB19-17CB8232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1912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B1B22"/>
          </a:solidFill>
          <a:ln xmlns:a="http://schemas.openxmlformats.org/drawingml/2006/main" w="9525">
            <a:solidFill>
              <a:srgbClr val="2A293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0b6ffea144764"/>
          <a:srcRect xmlns:a="http://schemas.openxmlformats.org/drawingml/2006/main" l="0" t="10979" r="0" b="109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790700"/>
            <a:ext cx="592455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A9FEF-9538-46C0-9174-C8E426E1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기본 번들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733DE-FA0A-4658-8D3D-2C792E2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3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Adrenaline 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6EF6-7444-4F65-9EAE-1556EAD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파일 · 웹 · 메일 도구를 Opium의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권한과 활동 로그 안에서 실행합니다.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6D9B7-F5C4-45CC-9BA8-5B6F77E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추천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DD212-9E96-4A99-A6A8-605B6535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Gmail · Drive · Notion · GitHub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Slack · Linear · Figma ·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31CB4-1803-491D-8257-46A2A81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0">
                <a:solidFill>
                  <a:srgbClr val="AAA6B8"/>
                </a:solidFill>
                <a:latin typeface="SF Pro Display"/>
                <a:ea typeface="SF Pro Display"/>
                <a:cs typeface="SF Pro Display"/>
              </a:rPr>
              <a:t>연결 전에는 지원 상태를 명확히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963889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C3EA6-44F4-4DC1-B109-B85DAC9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975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05 ·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3876A-0FFE-4370-88A5-B066F7F2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Mac을 이해하는 로컬 런타임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8F55A-91E9-4E6C-AE62-8B18F92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825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OPIUM  ·  PRODUCT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5C08A-D534-49FB-B344-A48D2DEE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defRPr>
            </a:pPr>
            <a:r>
              <a:rPr sz="900" b="1">
                <a:solidFill>
                  <a:srgbClr val="6F6B7A"/>
                </a:solidFill>
                <a:latin typeface="SF Pro Display"/>
                <a:ea typeface="SF Pro Display"/>
                <a:cs typeface="SF Pro Display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C868C-8CD6-4F34-8F7B-C86B056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55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LOCAL</a:t>
            </a:r>
          </a:p>
          <a:p xmlns:a="http://schemas.openxmlformats.org/drawingml/2006/main">
            <a:pPr algn="l">
              <a:buNone/>
              <a:defRPr sz="55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defRPr>
            </a:pPr>
            <a:r>
              <a:rPr sz="5550" b="1">
                <a:solidFill>
                  <a:srgbClr val="7A61F5"/>
                </a:solidFill>
                <a:latin typeface="SF Pro Display"/>
                <a:ea typeface="SF Pro Display"/>
                <a:cs typeface="SF Pro Display"/>
              </a:rPr>
              <a:t>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1F7B9-630B-4B55-9D05-7663003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모델은 선택할 수 있고,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2025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리소스는 숨기지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1C2A-104A-4A6B-AD82-20C48256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AFD90-1886-4437-BEFE-D3B3004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GGUF 자동 검색 · 전환 · 로드/언로드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7B68-948C-469F-A6EB-F4BCEC2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FA461-9E2B-4ABB-AA56-69629EF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B8B03-A2A8-4BA6-BC74-AF6CF10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llama.cpp 스트리밍 · 6단계 추론 강도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5D039-7ED1-4D7E-84BF-4A76404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D68FC-EFBD-49B3-9272-4782F75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RESOURCE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22B37-9F30-40CE-A469-7E10066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576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RAM · CPU · GPU · 열 상태 · 컨텍스트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BB892-9A4B-4D6A-AF0E-94DD8B9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5715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FE869-FABC-41FB-8D5E-F05A336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24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1">
                <a:solidFill>
                  <a:srgbClr val="B6A8FF"/>
                </a:solidFill>
                <a:latin typeface="SF Pro Display"/>
                <a:ea typeface="SF Pro Display"/>
                <a:cs typeface="SF Pro Display"/>
              </a:rPr>
              <a:t>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3BC78-8E44-4567-A450-67ED8A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29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F5F3FF"/>
                </a:solidFill>
                <a:latin typeface="SF Pro Display"/>
                <a:ea typeface="SF Pro Display"/>
                <a:cs typeface="SF Pro Display"/>
              </a:rPr>
              <a:t>작업별 폴더 · 대화 기록 · 변경 통계</a:t>
            </a:r>
          </a:p>
        </p:txBody>
      </p:sp>
    </p:spTree>
    <p:extLst>
      <p:ext uri="{BB962C8B-B14F-4D97-AF65-F5344CB8AC3E}">
        <p14:creationId xmlns:p14="http://schemas.microsoft.com/office/powerpoint/2010/main" val="424513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7A6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46EB-8427-40E1-A6AA-146BF348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40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LOCAL AI SHOULD FEEL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40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LIKE A REAL MAC APP.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E026E-7C03-4B5E-814A-B132FEF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9E4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0">
                <a:solidFill>
                  <a:srgbClr val="E9E4FF"/>
                </a:solidFill>
                <a:latin typeface="SF Pro Display"/>
                <a:ea typeface="SF Pro Display"/>
                <a:cs typeface="SF Pro Display"/>
              </a:rPr>
              <a:t>Opium은 로컬 모델의 성능, 실행 과정, 권한과 결과를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9E4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0">
                <a:solidFill>
                  <a:srgbClr val="E9E4FF"/>
                </a:solidFill>
                <a:latin typeface="SF Pro Display"/>
                <a:ea typeface="SF Pro Display"/>
                <a:cs typeface="SF Pro Display"/>
              </a:rPr>
              <a:t>하나의 정교한 제품 경험으로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5E70B-2E60-4732-857A-B291723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A2C52-F18B-4CDB-AB42-9E5915B6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0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Qwen3.8 · 파일/웹/메일 에이전트 · 실시간 활동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A3FC-09FC-4A95-BE1E-B2C5F88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rPr>
              <a:t>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4072D-A41D-4FC4-8676-8C37D789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0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안전한 외부 MCP 런타임 · 연결 설정 · 패키징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517AC-0266-4CD2-BDB3-DCEA33A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125" b="1">
                <a:solidFill>
                  <a:srgbClr val="D7CEFF"/>
                </a:solidFill>
                <a:latin typeface="SF Pro Display"/>
                <a:ea typeface="SF Pro Display"/>
                <a:cs typeface="SF Pro Display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E22D-9CE4-487B-820A-185B9A6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7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누구나 신뢰하고 사용할 수 있는 Mac용 로컬 에이전트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89B46-0661-4420-B906-381A349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905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A7D9B-EFD7-4A7A-89AB-C31AF9C6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2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github.com/yiseowon/Opium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0062F-6D05-4404-A3A7-5A4D0A9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5D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050" b="1">
                <a:solidFill>
                  <a:srgbClr val="E5DFFF"/>
                </a:solidFill>
                <a:latin typeface="SF Pro Display"/>
                <a:ea typeface="SF Pro Display"/>
                <a:cs typeface="SF Pro Display"/>
              </a:rPr>
              <a:t>#7A61F5</a:t>
            </a:r>
          </a:p>
        </p:txBody>
      </p:sp>
    </p:spTree>
    <p:extLst>
      <p:ext uri="{BB962C8B-B14F-4D97-AF65-F5344CB8AC3E}">
        <p14:creationId xmlns:p14="http://schemas.microsoft.com/office/powerpoint/2010/main" val="1542068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2026-08-15T07:44:55.2500000Z</dcterms:created>
  <dcterms:modified xsi:type="dcterms:W3CDTF">2026-08-15T07:44:55.2500000Z</dcterms:modified>
</coreProperties>
</file>